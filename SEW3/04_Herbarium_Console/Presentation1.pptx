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2034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8112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87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7849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6087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596510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5040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5544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3262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9825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1209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48503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24E47-5AB8-75A2-C19E-69A2CA40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F36E4-F284-7243-7A11-493F40C7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BE6B3-A220-615E-C286-9E4C257E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13736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bariu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8E299-3B98-DF0D-2E7D-FFA86E82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7948C-AA7C-ED20-AD22-BA705885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5F64F-35EE-FFBD-814B-8EF5F5B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D132FFD-8DDE-C3D0-BD1E-0EE9B1909F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875" y="779764"/>
            <a:ext cx="5338763" cy="55229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Image1 </a:t>
            </a:r>
            <a:endParaRPr lang="en-A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2BF601-12F4-11A4-48C2-BE1BD048EA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0708" y="6830977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NameLatin</a:t>
            </a:r>
            <a:r>
              <a:rPr lang="de-DE" dirty="0"/>
              <a:t>  </a:t>
            </a:r>
            <a:endParaRPr lang="en-AT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A63266-0ABF-FBA2-5CCD-74A7546AA7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90707" y="7789182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FamilyLatin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CF8ABB5-782D-8BD6-B233-319115050E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90707" y="7319497"/>
            <a:ext cx="4225925" cy="3053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ED401DF-8B2B-54B2-1BB8-C0BFBD486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90709" y="6342457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076C0E8-D2D9-C345-DBC7-B45E8E49B0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90706" y="8250446"/>
            <a:ext cx="4225925" cy="3639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Date</a:t>
            </a:r>
            <a:endParaRPr lang="en-A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B423FCA-0340-AAF0-DDDE-58C7733C50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90705" y="8738966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Location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217787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bariu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8E299-3B98-DF0D-2E7D-FFA86E82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7948C-AA7C-ED20-AD22-BA705885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5F64F-35EE-FFBD-814B-8EF5F5B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D132FFD-8DDE-C3D0-BD1E-0EE9B1909F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142" y="779764"/>
            <a:ext cx="2651125" cy="34741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Image1 </a:t>
            </a:r>
            <a:endParaRPr lang="en-A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2BF601-12F4-11A4-48C2-BE1BD048EA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0708" y="6830977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NameLatin</a:t>
            </a:r>
            <a:r>
              <a:rPr lang="de-DE" dirty="0"/>
              <a:t>  </a:t>
            </a:r>
            <a:endParaRPr lang="en-AT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A63266-0ABF-FBA2-5CCD-74A7546AA7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90707" y="7789182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FamilyLatin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CF8ABB5-782D-8BD6-B233-319115050E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90707" y="7319497"/>
            <a:ext cx="4225925" cy="3053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ED401DF-8B2B-54B2-1BB8-C0BFBD486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90709" y="6342457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076C0E8-D2D9-C345-DBC7-B45E8E49B0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90706" y="8250446"/>
            <a:ext cx="4225925" cy="3639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Date</a:t>
            </a:r>
            <a:endParaRPr lang="en-A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B423FCA-0340-AAF0-DDDE-58C7733C50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90705" y="8738966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Location</a:t>
            </a:r>
            <a:endParaRPr lang="en-AT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128FB8F-FDBA-DFFA-73BC-5776638D6AB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41733" y="2309677"/>
            <a:ext cx="2651125" cy="34741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Image2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981829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bariu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8E299-3B98-DF0D-2E7D-FFA86E82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7948C-AA7C-ED20-AD22-BA705885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5F64F-35EE-FFBD-814B-8EF5F5B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D132FFD-8DDE-C3D0-BD1E-0EE9B1909F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09" y="162905"/>
            <a:ext cx="1879884" cy="257890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Image1 </a:t>
            </a:r>
            <a:endParaRPr lang="en-A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82BF601-12F4-11A4-48C2-BE1BD048EA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0708" y="6830977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NameLatin</a:t>
            </a:r>
            <a:r>
              <a:rPr lang="de-DE" dirty="0"/>
              <a:t>  </a:t>
            </a:r>
            <a:endParaRPr lang="en-AT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A63266-0ABF-FBA2-5CCD-74A7546AA7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90707" y="7789182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FamilyLatin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CF8ABB5-782D-8BD6-B233-319115050E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90707" y="7319497"/>
            <a:ext cx="4225925" cy="3053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FamilyGerman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ED401DF-8B2B-54B2-1BB8-C0BFBD486D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90705" y="6373720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/>
              <a:t>NameGerman</a:t>
            </a:r>
            <a:r>
              <a:rPr lang="de-DE" dirty="0"/>
              <a:t> </a:t>
            </a:r>
            <a:endParaRPr lang="en-AT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076C0E8-D2D9-C345-DBC7-B45E8E49B0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90706" y="8250446"/>
            <a:ext cx="4225925" cy="3639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Date</a:t>
            </a:r>
            <a:endParaRPr lang="en-A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B423FCA-0340-AAF0-DDDE-58C7733C50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90705" y="8738966"/>
            <a:ext cx="4225925" cy="345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Location</a:t>
            </a:r>
            <a:endParaRPr lang="en-AT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128FB8F-FDBA-DFFA-73BC-5776638D6AB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003667" y="349736"/>
            <a:ext cx="2651125" cy="34741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Image2</a:t>
            </a:r>
            <a:endParaRPr lang="en-AT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CF121D2C-4103-6908-48FE-87D8186C4CF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34330" y="2817353"/>
            <a:ext cx="2651125" cy="34741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Image2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33880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CFB0D-BA3E-494B-ACFF-D8B3059EFEF7}" type="datetimeFigureOut">
              <a:rPr lang="en-AT" smtClean="0"/>
              <a:t>12/10/2026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E5462-7A07-4C4E-ABC8-8EB6CD1531B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7159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3F00-C4E5-9D11-79F2-C1645BA54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129040"/>
            <a:ext cx="5829300" cy="3448756"/>
          </a:xfrm>
        </p:spPr>
        <p:txBody>
          <a:bodyPr/>
          <a:lstStyle/>
          <a:p>
            <a:r>
              <a:rPr lang="de-DE" dirty="0"/>
              <a:t>Herbarium</a:t>
            </a:r>
            <a:endParaRPr lang="en-A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4CD58-573D-DE64-193D-C806D1D47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12" y="5328204"/>
            <a:ext cx="5143500" cy="2391656"/>
          </a:xfrm>
        </p:spPr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05298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Herbarium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Luger Marian</dc:creator>
  <cp:lastModifiedBy>Luger Marian</cp:lastModifiedBy>
  <cp:revision>11</cp:revision>
  <dcterms:created xsi:type="dcterms:W3CDTF">2026-10-12T09:55:02Z</dcterms:created>
  <dcterms:modified xsi:type="dcterms:W3CDTF">2026-10-12T10:12:24Z</dcterms:modified>
</cp:coreProperties>
</file>